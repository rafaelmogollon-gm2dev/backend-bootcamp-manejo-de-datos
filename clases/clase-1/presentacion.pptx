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1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Bases de Datos y Modelado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memoria volátil a la persistencia real: pensar el modelo antes de escribir código.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por qué necesitamos persistencia real, más allá de la memoria/JSON de la Semana 1.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qué es una base de datos relacional: tablas, columnas, claves.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pensar el modelo de datos (entidades, atributos, relaciones) antes de escribir una sola línea de SQL.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por qué persistencia real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pasa si reiniciamos el servidor?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relámpago: la API Express de la Semana 1 guarda todo en memoria (un array).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disparadora: si reiniciamos el servidor ahora, ¿qué pasa con los datos creados?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resuelve exactamente ese problema: los datos sobreviven al proceso.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base de una base de datos relacional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conjunto de filas con la misma estructura (columnas).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Columna: un atributo con un tipo de dato definido.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primaria (Primary Key): identificador único de cada fila.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breve SQL vs. NoSQL: relacional = estructura fija y relaciones explícitas; documentos = estructura flexible, sin JOINs.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1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vs.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“Busquen la diferencia entre una base de datos SQL y una NoSQL. ¿Cuándo elegirían una sobre la otra? Piensen en su proyecto de React: ¿cómo modelarían sus datos en cada una?”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comparativo SQL vs. NoSQL (ver banco de referencias del repo)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MongoDB — conceptos básicos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 una base de datos ya armada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Mini-DB "Biblioteca": autores → libros → préstamos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Cargamos la mini-DB con un solo comando: psql postgres -f ejercicios/biblioteca/seed.sql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Abrimos TablePlus/pgAdmin y navegamos juntos: tablas autores, libros, prestamos.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Señalamos en vivo: ahí está la clave primaria (id), ahí la clave foránea (autor_id).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alumno explora 5-10 min por su cuenta: cambia valores, agrega una fila sin SQL, y cuenta qué encontró.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ER: pensar antes de codear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exploración al diagrama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dbdiagram.io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web, sintaxis simple tipo código.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Recreamos en vivo el diagrama de Biblioteca a partir de lo que vieron en TablePlus.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directo a SQL (CREATE TABLE) — lo vamos a usar en Clase 2.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(concepto)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separar autores de libros en vez de repetir el nombre del autor en cada fila?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de 1FN / 2FN / 3FN, sin exhaustividad.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cada dato vive en un solo lugar, sin duplicación.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2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“Investiguen qué es la normalización (1FN, 2FN, 3FN). Con sus propias palabras: ¿por qué separar los datos en varias tablas en vez de tener una sola tabla gigante?”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normalización — Database Design Course (freeCodeCamp)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postgresqltutorial.com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 de setup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instalaciones que no terminaron de andar antes del ejercicio.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1h40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Modelá el dominio de tu propio proyecto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Elegí tu propio dominio de React (Harry Potter, Star Wars, Pokémon, u otro) — no importa si terminaste el frontend o no.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Modelá en dbdiagram.io al menos 2 tablas relacionadas entre sí (ej. personajes y casas, o naves y planetas).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Cada tabla necesita su clave primaria, y al menos una clave foránea marcando la relación.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una tercera tabla (relación N a N) y pensá cómo se modelaría con una tabla intermedia.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2-3 voluntarios comparten su diagrama y explican sus decisiones.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esta clase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relacional es sinónimo de persistencia real, no de memoria volátil.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SQL, conviene pensar el modelo: entidades, atributos, relaciones.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tu propio proyecto queda como base para las clases siguientes.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SQL y Relaciones — pasamos del diagrama al CREATE TABLE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2026-09-09T04:19:28Z</dcterms:created>
  <dcterms:modified xsi:type="dcterms:W3CDTF">2026-09-09T04:19:28Z</dcterms:modified>
</cp:coreProperties>
</file>