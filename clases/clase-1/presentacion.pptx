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 · CLASE 1 DE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Bases de Datos y Modelado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memoria volátil a la persistencia real: pensar el modelo antes de escribir código.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Bootcamp · Duración: 4hs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qué necesitamos persistencia real, más allá de la memoria/JSON de la Semana 1.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qué es una base de datos relacional: tablas, columnas, claves.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pensar el modelo de datos (entidades, atributos, relaciones) antes de escribir una sola línea de SQL.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+ por qué persistencia real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niveles de persistencia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localStorage/sessionStorage — vive solo en ese navegador, no se comparte entre usuarios.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(Semana 1): memoria del proceso — se comparte entre usuarios, pero es volátil.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disparadora: si reiniciamos el servidor ahora, ¿qué pasa con los datos creados?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los datos sobreviven al proceso — persistencia real, en disco.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base de una base de datos relacional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conjunto de filas con la misma estructura (columnas).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Columna: un atributo con un tipo de dato definido.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 (Primary Key): identificador único de cada fila.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Mención breve SQL vs. NoSQL: relacional = estructura fija y relaciones explícitas; documentos = estructura flexible, sin JOINs.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vs. NoSQL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2148840"/>
          </a:xfrm>
          <a:prstGeom prst="roundRect">
            <a:avLst>
              <a:gd name="adj" fmla="val 2553"/>
            </a:avLst>
          </a:prstGeom>
          <a:solidFill>
            <a:srgbClr val="015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“Busquen la diferencia entre una base de datos SQL y una NoSQL. ¿Cuándo elegirían una sobre la otra? Piensen en su proyecto de React: ¿cómo modelarían sus datos en cada una?”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comparativo SQL vs. NoSQL (ver banco de referencias del repo)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MongoDB — conceptos básicos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 una base de datos ya armada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Mini-DB de biblioteca: authors → books → loans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Cargamos la mini-DB con un solo comando: psql postgres -f ejercicios/biblioteca/seed.sql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pgAdmin y navegamos juntos: tablas authors, books, loans.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Señalamos en vivo: ahí está la clave primaria (id), ahí la clave foránea (author_id).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alumno explora 5-10 min por su cuenta: cambia valores, agrega una fila sin SQL, y cuenta qué encontró.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ER: pensar antes de codear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exploración al diagrama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2F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draw.io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web, dibujás cajas y las conectás con flechas.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Recreamos en vivo el diagrama de biblioteca a partir de lo que vieron en pgAdmin.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export a SQL a propósito — en Clase 2 escribimos el CREATE TABLE a mano.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EAF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 (concepto)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separar autores de libros en vez de repetir el nombre del autor en cada fila?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Mención de 1FN / 2FN / 3FN, sin exhaustividad.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idea: cada dato vive en un solo lugar, sin duplicación.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2148840"/>
          </a:xfrm>
          <a:prstGeom prst="roundRect">
            <a:avLst>
              <a:gd name="adj" fmla="val 2553"/>
            </a:avLst>
          </a:prstGeom>
          <a:solidFill>
            <a:srgbClr val="015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“Investiguen qué es la normalización (1FN, 2FN, 3FN). Con sus propias palabras: ¿por qué separar los datos en varias tablas en vez de tener una sola tabla gigante?”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normalización — Database Design Course (freeCodeCamp)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postgresqltutorial.com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de dudas y troubleshooting de setup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abierto para resolver instalaciones que no terminaron de andar antes del ejercicio.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Modelá el dominio de tu propio proyecto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698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Elegí tu propio dominio de React (Harry Potter, Star Wars, Pokémon, u otro) — no importa si terminaste el frontend o no.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Modelá en draw.io al menos 2 tablas relacionadas entre sí (ej. personajes y casas, o naves y planetas).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Cada tabla necesita su clave primaria, y al menos una clave foránea marcando la relación.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Exportá el diagrama como imagen y subilo a tu repo vía PR (main protegida, mismo flujo que Backend Introduction).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 terminás antes: agregá una tercera tabla (relación N a N) y pensá cómo se modelaría con una tabla intermedia.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2-3 voluntarios comparten su diagrama (desde el PR) y explican sus decisiones.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LLEVARSE DE ESTA CLASE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antes que código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relacional es sinónimo de persistencia real, no de memoria volátil.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escribir SQL, conviene pensar el modelo: entidades, atributos, relaciones.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de tu propio proyecto queda como base para las clases siguientes.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15F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SQL y Relaciones — pasamos del diagrama al CREATE TABLE real.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2026-09-15T00:29:20Z</dcterms:created>
  <dcterms:modified xsi:type="dcterms:W3CDTF">2026-09-15T00:29:20Z</dcterms:modified>
</cp:coreProperties>
</file>