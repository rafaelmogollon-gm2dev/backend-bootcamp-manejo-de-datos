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DE DATOS · CLASE 3 DE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011680"/>
            <a:ext cx="10881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Interacciones con la Base de Datos desde Node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Reemplazamos el array en memoria por queries reales, con el driver pg.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Bootcamp · Duración: 4hs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de la clase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Reemplazar el almacenamiento en memoria de una API Express real por queries a PostgreSQL.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qué hace un ORM "por debajo", antes de usar uno (eso viene en Clase 4).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Escribir queries parametrizadas y entender por qué son la defensa básica contra SQL injection.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arrancar: ¿con qué API trabajamos?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Preguntamos al grupo: ¿quiénes tienen su API de la Semana 1 corriendo ahora mismo?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Mayoría sí → cada uno trabaja sobre su propia API durante el ejercicio.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Mayoría no / dudas → todos trabajamos sobre starter-api, la propia queda como desafío opcional después de clase.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8720" y="2788920"/>
            <a:ext cx="1097280" cy="109728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Repaso de la API existente + el problema de la memoria</a:t>
            </a:r>
            <a:endParaRPr lang="en-US" sz="3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pasa si reiniciamos el servidor?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Repasamos en vivo la estructura de starter-api (o de un voluntario con la suya): rutas, dónde vive el array en memoria.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lo prueben ellos mismos: reinician el servidor y ven qué queda de lo que crearon.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Introducimos el driver pg: qué es, por qué existe antes de un ORM.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8720" y="2788920"/>
            <a:ext cx="1097280" cy="109728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Pool de conexiones y primera query</a:t>
            </a:r>
            <a:endParaRPr lang="en-US" sz="3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.env al primer SELECT real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de conexiones: por qué no abrir una conexión nueva por cada request.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de entorno con dotenv: las credenciales no van hardcodeadas ni al repo.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Escribimos juntos la primera query real: GET /items reemplazando el array por SELECT * FROM items.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85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ABIERTA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Queries parametrizadas y SQL Injection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10515600" cy="2148840"/>
          </a:xfrm>
          <a:prstGeom prst="roundRect">
            <a:avLst>
              <a:gd name="adj" fmla="val 2553"/>
            </a:avLst>
          </a:prstGeom>
          <a:solidFill>
            <a:srgbClr val="015F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2148840"/>
            <a:ext cx="98755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“Lean la sección de node-postgres sobre queries parametrizadas ($1, $2, etc.) y la página de OWASP sobre SQL Injection. ¿Por qué no alcanza con concatenar strings para armar una query?”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434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APOYO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4632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de node-postgres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OWASP: SQL Injection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8720" y="2788920"/>
            <a:ext cx="1097280" cy="109728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CRUD completo con queries parametrizadas</a:t>
            </a:r>
            <a:endParaRPr lang="en-US" sz="3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Migramos POST, PUT y DELETE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Migramos juntos las rutas restantes usando placeholders ($1, $2) en vez de concatenar strings.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Mostramos en vivo un query vulnerable (concatenada) vs. parametrizada, con un input "malicioso" simple.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resultado: la query parametrizada trata el input como dato, nunca como código SQL.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8720" y="2788920"/>
            <a:ext cx="1097280" cy="109728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Buffer de dudas y troubleshooting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 abierto para resolver errores de conexión (.env, pool, puerto) antes del ejercicio largo.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88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Persistencia real en tu API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03120"/>
            <a:ext cx="106984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Creá las tablas de tu propio dominio en Postgres (si no lo hiciste en Clase 2, usá el CREATE TABLE que ya tenés).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Migrá tu API (o starter-api) para que las rutas CRUD trabajen contra esas tablas reales, usando pg y queries parametrizadas.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Probá cada ruta con Postman o curl, confirmando que los datos persisten aunque reinicies el servidor.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Si terminás antes: agregá manejo de errores básico (400 si falta un campo obligatorio, antes de mandar la query a Postgres).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263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Cierre: cada alumno reinicia su servidor en vivo y hace un GET para demostrar que los datos siguen ahí.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Persistencia real, de punta a punta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8600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API ya no pierde datos al reiniciar — tiene persistencia real.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Entendés que un ORM es una capa de conveniencia sobre esto mismo que acabás de escribir a mano.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queries parametrizadas no son opcionales — es la defensa básica contra SQL injection.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521208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015F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clase: Construcción &amp; ORM con Sequelize — la misma lógica, con menos código.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2026-09-11T18:07:41Z</dcterms:created>
  <dcterms:modified xsi:type="dcterms:W3CDTF">2026-09-11T18:07:41Z</dcterms:modified>
</cp:coreProperties>
</file>