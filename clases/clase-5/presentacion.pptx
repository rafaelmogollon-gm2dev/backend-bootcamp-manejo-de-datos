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5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Consolidación + Prisma + Cierre de Semana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avanzadas, una mirada a Prisma, y tu API lista para la semana que viene.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Sequelize con queries más avanzadas (where, order, paginación).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Prisma como alternativa de DX (developer experience) — mención, no migración completa.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la semana con tu API completa (Semana 1 + persistencia real) funcionando end-to-end.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 avanzadas en Sequelize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where, order, paginación, include anidado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con operadores: Op.gt, Op.like, Op.in.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y limit/offset para paginación básica.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con condiciones (ej. con starter-api: items de una categoría específica).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es exactamente lo que van a necesitar más adelante en el bootcamp para "API con validaciones y paginación".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Prisma: demo comparativa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Sequelize vs. Prisma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2FB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Sequelize (lo que ya sabés)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definidos en código (clases JS).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Migraciones generadas con sequelize-cli.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Asociaciones explícitas con hasMany/belongsTo.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A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 (la demo)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declarativo en schema.prisma.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con tipado automático (ideal con TypeScript).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Studio: interfaz visual para ver y editar datos.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con entidad simple (Item) a propósito — no migramos todo el dominio.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Probando Prisma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“Prueben el tutorial interactivo de Prisma (sin instalar nada, es in-browser). ¿Qué les resultó más intuitivo comparado con Sequelize? ¿Qué extrañaron?”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Quickstart (docs oficiales)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 de la semana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tiene tu API ahora que no tenía en la Semana 1?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real (no memoria).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 entre entidades.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con filtros, orden y paginación básica.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que viene (Mejores Prácticas y Testing) se construye sobre esta base: auth, middlewares, validaciones, testing.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para resolver lo que haya quedado pendiente de las clases anteriores.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API completa, de punta a punta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Confirmá que todas las rutas CRUD de tu dominio funcionan contra Postgres vía Sequelize.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Agregá al menos una ruta con filtro + paginación (ej. con starter-api: GET /items?categoriaId=2&amp;limit=5).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Revisá que las queries parametrizadas y relaciones de las clases anteriores sigan funcionando de punta a punta.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Preparen una demo corta (3-5 min) para mostrar a un compañero: qué modelaron, qué relaciones tienen, una ruta con include.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Si terminás antes: probá el mismo modelo simple en Prisma Studio y comparás la experiencia.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demos cruzadas en pares — cada uno le muestra su API a un compañero, no al profesor.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llevarse de la semana completa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Pasaste de "pensar en memoria" a "pensar en modelos, relaciones y persistencia real".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Sabés escribir SQL a mano, usar un driver crudo (pg), y usar un ORM (Sequelize) — entendés qué hace cada capa y por qué existe.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API está lista para que la semana que viene le sumen auth, validaciones y testing sobre una base sólida.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 por la semana! Nos vemos en Mejores Prácticas y Testing.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2026-09-11T18:07:42Z</dcterms:created>
  <dcterms:modified xsi:type="dcterms:W3CDTF">2026-09-11T18:07:42Z</dcterms:modified>
</cp:coreProperties>
</file>