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DATOS · CLASE 4 DE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&amp; ORM: Sequelize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problema que resolvimos a mano en Clase 3, ahora con un ORM.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Bootcamp · Duración: 4hs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clase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qué problema resuelve un ORM, comparado con lo que escribimos a mano en Clase 3.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tu API a Sequelize, incluyendo relaciones entre modelos.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Seguimos sobre el mismo dominio que ya traés — no volvemos a "Biblioteca".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920240" cy="192024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880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problema resuelve un ORM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Mapeo objeto-relacional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F2FB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40280"/>
            <a:ext cx="4480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versionadas.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SQL repetitivo.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declarativas a nivel de modelo.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como clases, filas como instancias.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EAF7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24028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capa de abstracción más entre vos y la base.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complejas a veces más difíciles de expresar que en SQL puro.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entender qué genera el ORM por debajo (por eso vimos pg puro primero).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920240" cy="192024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880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y primer modelo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Generamos el modelo de TU dominio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Instalamos Sequelize en vivo (o repasamos si ya lo instalaron antes de clase).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Generamos el modelo correspondiente a tu propio dominio con sequelize-cli model:generate (ejemplo con starter-api: Categoria e Item).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Corremos la migración y verificamos en TablePlus que las tablas se crearon.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tabla ya existía de Clase 3, usá tableName en el modelo para apuntar a ella.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ABIERTA · 15’ INVESTIGAN + 10’ PUESTA EN COMÚN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hasMany / belongsTo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15600" cy="2148840"/>
          </a:xfrm>
          <a:prstGeom prst="roundRect">
            <a:avLst>
              <a:gd name="adj" fmla="val 2553"/>
            </a:avLst>
          </a:prstGeom>
          <a:solidFill>
            <a:srgbClr val="015F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148840"/>
            <a:ext cx="9875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“Lean la sección "Model Basics" y "Associations" de la documentación oficial de Sequelize. ¿Cómo se define una relación hasMany/belongsTo? Anoten un ejemplo con sus propias entidades.”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APOYO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Sequelize — "Model Basics" y "Associations"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920240" cy="192024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880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Relaciones en Sequelize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Ojo con el alias: la trampa más común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Definimos: Categoria.hasMany(Item, { as: 'items' }) y Item.belongsTo(Categoria, { as: 'categoria' }).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Verificado: sin "as" explícito, Sequelize intenta pluralizar el nombre del modelo automáticamente y con palabras en español puede fallar (Categoria → alias Categorium).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síntoma: el include no tira error, pero el dato relacionado aparece undefined silenciosamente.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general: siempre poné "as" a mano, y usá ese mismo string en el include.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920240" cy="192024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880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de dudas y troubleshooting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abierto para resolver errores de conexión, migraciones que no corrieron, o modelos mal generados.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· 1h55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Migrá tu API a Sequelize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0698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Generá los modelos correspondientes a tus tablas ya existentes (o creá las migraciones si no las tenías).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Definí las relaciones entre tus modelos (hasMany/belongsTo según tu dominio, con "as" explícito).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Reescribí las rutas CRUD usando los métodos de Sequelize (findAll, create, update, destroy).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Agregá al menos una ruta que use include para traer datos relacionados.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Si terminás antes: agregá validaciones básicas a nivel de modelo (allowNull: false, validate: notEmpty) y probá qué pasa con un dato inválido.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63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cada alumno muestra su ruta con include funcionando.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SQL a mano al ORM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la diferencia directa entre escribir SQL a mano y usar un ORM para lo mismo.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modelos ya tienen relaciones definidas, no solo tablas sueltas.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Sabés evitar la trampa del alias silencioso en asociaciones.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2120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015F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Consolidación + Prisma — queries avanzadas y cierre de la semana.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2026-09-09T04:42:21Z</dcterms:created>
  <dcterms:modified xsi:type="dcterms:W3CDTF">2026-09-09T04:42:21Z</dcterms:modified>
</cp:coreProperties>
</file>