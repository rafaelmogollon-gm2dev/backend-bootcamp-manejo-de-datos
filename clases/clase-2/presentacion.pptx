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DATOS · CLASE 2 DE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y Relaciones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al CREATE TABLE real: CRUD completo, JOINs y relaciones con datos reales.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Bootcamp · Duración: 4hs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clase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SQL real (CRUD completo) sobre datos ya existentes desde el primer momento.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relaciones (1 a N, N a N) con ejemplos concretos, no abstractos.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INNER JOIN de LEFT JOIN viendo cómo cambia el resultado con los mismos datos.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2788920"/>
            <a:ext cx="1097280" cy="109728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+ tipos de datos + sentencias básicas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datos en Postgres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F2FB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básicos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40280"/>
            <a:ext cx="4480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vs. TEXT — texto con o sin límite.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vs. SERIAL — número vs. autoincremental.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— verdadero/falso.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TIMESTAMP — fechas y horas.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EAF7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diagrama a SQL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TABLE: traducimos el diagrama ER de Clase 1 (draw.io) a SQL real, a mano.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Comparamos contra seed.sql de Biblioteca como referencia de sintaxis.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SELECT, UPDATE, DELETE — sintaxis básica en vivo sobre datos ya cargados.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2788920"/>
            <a:ext cx="1097280" cy="109728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Relaciones y JOINs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 N, N a N, INNER vs. LEFT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1 a N: un autor tiene muchos libros.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N a N (mención): libros y géneros — un libro puede tener varios géneros, un género varios libros.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JOIN: traemos libros con el nombre de su autor.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JOIN: traemos todos los autores, tengan o no libros cargados — agregamos uno sin libros para verlo en vivo.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ABIERTA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JOIN vs. LEFT JOIN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2148840"/>
          </a:xfrm>
          <a:prstGeom prst="roundRect">
            <a:avLst>
              <a:gd name="adj" fmla="val 2553"/>
            </a:avLst>
          </a:prstGeom>
          <a:solidFill>
            <a:srgbClr val="015F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148840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“Resuelvan los ejercicios de JOIN en SQLBolt (lecciones de INNER JOIN y LEFT JOIN) y tomen nota de al menos un caso donde INNER y LEFT JOIN les hayan dado resultados distintos.”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SQLBolt — lecciones de JOIN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SQL Tutorial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2788920"/>
            <a:ext cx="1097280" cy="109728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Condiciones, orden, límites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WHERE, ORDER BY, LIMIT, GROUP BY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 distintos operadores: =, &gt;, LIKE, IN.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y LIMIT para ordenar y acotar resultados.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básico (ej. cantidad de libros por autor) — sin profundizar demasiado, solo que lo conozcan.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2788920"/>
            <a:ext cx="1097280" cy="109728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de dudas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resolver errores de sintaxis SQL antes de pasar al ejercicio largo.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Creá y consultá las tablas de tu propio dominio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0698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Escribí el CREATE TABLE de tus tablas a partir de tu diagrama de draw.io (sin export, completamente a mano).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Poblá cada tabla con al menos 5 filas de datos de prueba.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Escribí un SELECT con WHERE y ORDER BY, un INNER JOIN entre dos tablas relacionadas, y un UPDATE + DELETE sobre una fila de prueba.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Si terminás antes: agregá un LEFT JOIN y comparalo contra el INNER JOIN sobre tus propios datos.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cada alumno corre su INNER JOIN en vivo y cuenta qué relación modeló.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real, sin atajos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sabés escribir SQL real para las 4 operaciones básicas (CRUD).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Entendés la diferencia entre INNER y LEFT JOIN con un caso concreto, no solo la definición.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propio dominio ya existe como tablas reales en Postgres.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015F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Interacciones con la Base de Datos desde Node — conectamos esto a una API real.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2026-09-11T20:28:45Z</dcterms:created>
  <dcterms:modified xsi:type="dcterms:W3CDTF">2026-09-11T20:28:45Z</dcterms:modified>
</cp:coreProperties>
</file>